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</a:rPr>
              <a:t>Life Canvas</a:t>
            </a:r>
          </a:p>
          <a:p>
            <a:r>
              <a:rPr sz="1200">
                <a:solidFill>
                  <a:srgbClr val="365DB1"/>
                </a:solidFill>
              </a:rPr>
              <a:t>Idea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Users juggle travel, food, home service, and healthcare apps separately.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Each platform asks for the same information again, causing friction and delays.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There is no trusted way to coordinate providers while keeping the customer in control.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Life Canvas is a customer-controlled orchestration layer across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12280" y="1325880"/>
            <a:ext cx="47548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365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1645920"/>
            <a:ext cx="42062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5DB1"/>
                </a:solidFill>
              </a:rPr>
              <a:t>Core Value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One customer profile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Multi-service workflow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Selective data sharing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Trust-driven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89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65DB1"/>
                </a:solidFill>
              </a:rPr>
              <a:t>Aditya Dubey (Archivians)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</a:rPr>
              <a:t>Approach</a:t>
            </a:r>
          </a:p>
          <a:p>
            <a:r>
              <a:rPr sz="1200">
                <a:solidFill>
                  <a:srgbClr val="365DB1"/>
                </a:solidFill>
              </a:rPr>
              <a:t>How the prototype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Customer Vault stores profile, preferences, and permission settings.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Task Orchestrator links dependent tasks like travel followed by food delivery.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Provider Discovery filters providers by category, activity, and collaboration readiness.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Consent Layer lets the customer approve what context can be shared.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Trust Summary shows completed tasks, delayed tasks, and workflow 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12280" y="1325880"/>
            <a:ext cx="47548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3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1645920"/>
            <a:ext cx="42062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37A57"/>
                </a:solidFill>
              </a:rPr>
              <a:t>Demo Flow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Register customer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Choose use case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Assign providers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Run orchestration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Approve collaboration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View trust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</a:rPr>
              <a:t>Impact</a:t>
            </a:r>
          </a:p>
          <a:p>
            <a:r>
              <a:rPr sz="1200">
                <a:solidFill>
                  <a:srgbClr val="365DB1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Reduces friction across fragmented consumer service platforms.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Improves privacy by giving customers control over data sharing.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Enables better coordination for multi-step real-world workflows.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Can scale to event planning, home repair, healthcare, and travel assistance.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Builds a foundation for trusted, interoperable digital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12280" y="1325880"/>
            <a:ext cx="47548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365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1645920"/>
            <a:ext cx="42062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5DB1"/>
                </a:solidFill>
              </a:rPr>
              <a:t>Pitch Close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From isolated apps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to coordinated experiences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with consent, trust, and user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